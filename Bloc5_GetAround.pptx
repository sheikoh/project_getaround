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O8G5SBuyth6QEj66LB9HuorEY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fr-FR"/>
              <a:t>https://app.diagrams.net/?src=about#HSheikoh%2FREnergies_efficiency_prediction%2Fmain%2Fdiagrams%2Farchitecture.drawio#%7B%22pageId%22%3A%22bG0RTmb4xdSiPlx_l64v%22%7D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1. Collecte des données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météo OpenWeather (API)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satellite Landsat (USGS)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Historique RTE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solaires locales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2. Préparation &amp; nettoyage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Standardisation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Alignement temporel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Filtrage géographique Rhône-Alpes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Mise en qualité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3. Entraînement &amp; suivi du modèle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Entraînement local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Suivi via MLflow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Versionning dans Model Registry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4. API &amp; Application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Modèle servi via une API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Dashboard Streamlit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EDA + prévisions 3 jours accessibles à l’utilisateur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Quantité énergie perdues vs optimisation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100"/>
              <a:t>Plot des erreurs : prédiction meilleure sur données centrales que le sur valeurs basses et haute de la target</a:t>
            </a: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Axes de présentation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Comparaison évolution de la consommation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Pics de consommations (comportements similaires entre le national et le régional)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Mix énergétique : part de nucléaire au niveau national vs part des énergies renouvelables en AURA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100"/>
              <a:t>Part des échanges : export et import au niveau national vs régional (AURA fortement exportatrice 🡪 cf. part de l’hydro électrique)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Valeur immédiate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Visibilité sur 3 jours → meilleure planification.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Anticipation des pics et baisses → réseau plus stable, délestage de l’hydro électrique au profit du solaire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Lecture régionale fine → priorisation des investissements ??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Outil d’aide à la décision clair et exploitable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 sz="1100"/>
              <a:t>Perspectives :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Passage en temps réel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Ajout de la prévision intra day (données de prod RTE disponibles à la demi heure)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/>
              <a:t>Enrichissement par données satellitaires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1" name="Google Shape;91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hyperlink" Target="https://github.com/Sheikoh/Project_Getaround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hyperlink" Target="https://github.com/Sheikoh/Project_Getaround.git" TargetMode="External"/><Relationship Id="rId5" Type="http://schemas.openxmlformats.org/officeDocument/2006/relationships/hyperlink" Target="https://huggingface.co/spaces/Sheyko/Dashboard_getaround" TargetMode="External"/><Relationship Id="rId6" Type="http://schemas.openxmlformats.org/officeDocument/2006/relationships/hyperlink" Target="https://sheyko-getaround-api.hf.space/docs" TargetMode="External"/><Relationship Id="rId7" Type="http://schemas.openxmlformats.org/officeDocument/2006/relationships/hyperlink" Target="https://sheyko-mlflow-server-ft34.hf.space/#/experiments/2/run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huggingface.co/spaces/Sheyko/Dashboard_getaround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hyperlink" Target="https://huggingface.co/spaces/Sheyko/Dashboard_getaroun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735474" y="1889984"/>
            <a:ext cx="8097441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GetAround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735475" y="2786043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1111"/>
              <a:buNone/>
            </a:pPr>
            <a: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Déploiement d’outils d’aide à la décision</a:t>
            </a:r>
            <a:endParaRPr sz="25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fr-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311700" y="880351"/>
            <a:ext cx="8520600" cy="4554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2000"/>
              <a:t>Get Around </a:t>
            </a:r>
            <a:r>
              <a:rPr lang="fr-FR" sz="2000"/>
              <a:t>est une application permettant à des particuliers de louer leur véhicule à d’autres particuliers.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sp>
        <p:nvSpPr>
          <p:cNvPr id="112" name="Google Shape;112;p4"/>
          <p:cNvSpPr/>
          <p:nvPr/>
        </p:nvSpPr>
        <p:spPr>
          <a:xfrm>
            <a:off x="524649" y="2586775"/>
            <a:ext cx="1252200" cy="929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Cible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872825" y="2586775"/>
            <a:ext cx="6959400" cy="929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Réduire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fr-FR" sz="1200"/>
              <a:t>es inconvéniences dûes aux retards des locations précédentes en instaurant un tampon temporel durant lequel une voiture ne peux pas être relouée.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Prédire </a:t>
            </a:r>
            <a:r>
              <a:rPr lang="fr-FR" sz="1200"/>
              <a:t>un prix optimal pour une voiture afin d’aider les propriétaires à louer leurs véhicules au juste prix. </a:t>
            </a: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24650" y="3989650"/>
            <a:ext cx="1252200" cy="750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Finalité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872925" y="3989650"/>
            <a:ext cx="6959400" cy="75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Amélioration de la qualité générale du service via des outils de décisions simples et visuels (Dashboard streamlit et API).</a:t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235500" y="2352227"/>
            <a:ext cx="469085" cy="469085"/>
            <a:chOff x="369206" y="1255438"/>
            <a:chExt cx="469085" cy="469085"/>
          </a:xfrm>
        </p:grpSpPr>
        <p:sp>
          <p:nvSpPr>
            <p:cNvPr id="117" name="Google Shape;117;p4"/>
            <p:cNvSpPr/>
            <p:nvPr/>
          </p:nvSpPr>
          <p:spPr>
            <a:xfrm>
              <a:off x="369206" y="1255438"/>
              <a:ext cx="469085" cy="469085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8" name="Google Shape;118;p4"/>
            <p:cNvPicPr preferRelativeResize="0"/>
            <p:nvPr/>
          </p:nvPicPr>
          <p:blipFill rotWithShape="1">
            <a:blip r:embed="rId4">
              <a:alphaModFix/>
            </a:blip>
            <a:srcRect b="0" l="0" r="0" t="4187"/>
            <a:stretch/>
          </p:blipFill>
          <p:spPr>
            <a:xfrm>
              <a:off x="463375" y="1329652"/>
              <a:ext cx="306524" cy="2936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4"/>
          <p:cNvSpPr/>
          <p:nvPr/>
        </p:nvSpPr>
        <p:spPr>
          <a:xfrm>
            <a:off x="235500" y="3734980"/>
            <a:ext cx="469085" cy="469085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872975" y="1797783"/>
            <a:ext cx="6959400" cy="66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fr-FR" sz="1600"/>
              <a:t>Les retards de certaines locations impactent les locations suivantes.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1600"/>
              <a:t>Les propriétaires n’ont pas de référence pour fixer leurs prix.</a:t>
            </a:r>
            <a:endParaRPr sz="1600"/>
          </a:p>
        </p:txBody>
      </p:sp>
      <p:sp>
        <p:nvSpPr>
          <p:cNvPr id="121" name="Google Shape;121;p4"/>
          <p:cNvSpPr/>
          <p:nvPr/>
        </p:nvSpPr>
        <p:spPr>
          <a:xfrm>
            <a:off x="524650" y="1765200"/>
            <a:ext cx="1252200" cy="66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Constats</a:t>
            </a:r>
            <a:endParaRPr/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8472458" y="4947196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733615" y="270191"/>
            <a:ext cx="1098600" cy="333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7704792" y="313600"/>
            <a:ext cx="115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u="sng">
                <a:solidFill>
                  <a:schemeClr val="hlink"/>
                </a:solidFill>
                <a:hlinkClick r:id="rId5"/>
              </a:rPr>
              <a:t>Lien Github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7134931" y="440687"/>
            <a:ext cx="570000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6374912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API et</a:t>
            </a:r>
            <a:endParaRPr/>
          </a:p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346332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Entraînement et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suivi du modèle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293137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Préparation et </a:t>
            </a:r>
            <a:endParaRPr/>
          </a:p>
          <a:p>
            <a:pPr indent="0" lvl="0" marL="1587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nettoyage</a:t>
            </a:r>
            <a:endParaRPr/>
          </a:p>
        </p:txBody>
      </p:sp>
      <p:sp>
        <p:nvSpPr>
          <p:cNvPr id="133" name="Google Shape;133;p6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Processues et pipeline data</a:t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252179" y="936409"/>
            <a:ext cx="2310321" cy="348427"/>
          </a:xfrm>
          <a:custGeom>
            <a:rect b="b" l="l" r="r" t="t"/>
            <a:pathLst>
              <a:path extrusionOk="0" h="533101" w="1839339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  <a:solidFill>
            <a:srgbClr val="6C828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50" lIns="310550" spcFirstLastPara="1" rIns="281200" wrap="square" tIns="146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Collecte des données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38" name="Google Shape;13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00" y="1284825"/>
            <a:ext cx="6681716" cy="36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>
            <p:ph idx="4294967295" type="ctrTitle"/>
          </p:nvPr>
        </p:nvSpPr>
        <p:spPr>
          <a:xfrm>
            <a:off x="1192663" y="403309"/>
            <a:ext cx="6961985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Liens utiles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>
            <p:ph idx="1" type="body"/>
          </p:nvPr>
        </p:nvSpPr>
        <p:spPr>
          <a:xfrm>
            <a:off x="362475" y="1071427"/>
            <a:ext cx="77922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Dossier github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4"/>
              </a:rPr>
              <a:t>https://github.com/Sheikoh/Project_Getaround.git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Dashboard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5"/>
              </a:rPr>
              <a:t>https://huggingface.co/spaces/Sheyko/Dashboard_getaround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API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6"/>
              </a:rPr>
              <a:t>https://sheyko-getaround-api.hf.space/docs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Mlflow</a:t>
            </a:r>
            <a:r>
              <a:rPr lang="fr-FR" sz="1600"/>
              <a:t>: </a:t>
            </a:r>
            <a:r>
              <a:rPr lang="fr-FR" sz="1600" u="sng">
                <a:solidFill>
                  <a:schemeClr val="hlink"/>
                </a:solidFill>
                <a:hlinkClick r:id="rId7"/>
              </a:rPr>
              <a:t>https://sheyko-mlflow-server-ft34.hf.space/#/experiments/2/runs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147" name="Google Shape;147;p3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Dashboard d’aide à la décision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1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1192664" y="779179"/>
            <a:ext cx="5315100" cy="375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fr-FR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Intervalle de relocation de voiture</a:t>
            </a:r>
            <a:endParaRPr b="1" i="0" sz="14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7500992" y="765913"/>
            <a:ext cx="1098685" cy="333041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7472169" y="809322"/>
            <a:ext cx="11563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Lien Dashboard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11"/>
          <p:cNvCxnSpPr/>
          <p:nvPr/>
        </p:nvCxnSpPr>
        <p:spPr>
          <a:xfrm>
            <a:off x="6902308" y="936409"/>
            <a:ext cx="569861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60" name="Google Shape;16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214" y="1307449"/>
            <a:ext cx="2866946" cy="3432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1671" y="1307449"/>
            <a:ext cx="2577764" cy="34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Synthèse analyse descriptive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3428826" y="784802"/>
            <a:ext cx="2387708" cy="3758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-FR" sz="11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National vs Rhône-Alpes</a:t>
            </a:r>
            <a:endParaRPr b="1" i="0" sz="11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>
            <a:off x="4468243" y="1216963"/>
            <a:ext cx="0" cy="360203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1" name="Google Shape;171;p7"/>
          <p:cNvSpPr txBox="1"/>
          <p:nvPr/>
        </p:nvSpPr>
        <p:spPr>
          <a:xfrm>
            <a:off x="249947" y="992387"/>
            <a:ext cx="1965356" cy="228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-FR" sz="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Consommation totale – France 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4622680" y="992387"/>
            <a:ext cx="2512251" cy="2286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-FR" sz="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Consommation totale – Rhône-Alpes </a:t>
            </a:r>
            <a:endParaRPr b="1" i="0" sz="8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311699" y="4717038"/>
            <a:ext cx="3233278" cy="1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4891125" y="4717038"/>
            <a:ext cx="3233278" cy="1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heure</a:t>
            </a:r>
            <a:endParaRPr b="0" i="0" sz="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5" name="Google Shape;175;p7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358511"/>
            <a:ext cx="3482075" cy="339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725" y="1430747"/>
            <a:ext cx="2257687" cy="3191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7656492" y="574513"/>
            <a:ext cx="1098600" cy="333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7627669" y="617922"/>
            <a:ext cx="1156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Lien Dashboard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7"/>
          <p:cNvCxnSpPr/>
          <p:nvPr/>
        </p:nvCxnSpPr>
        <p:spPr>
          <a:xfrm>
            <a:off x="7057808" y="745009"/>
            <a:ext cx="570000" cy="0"/>
          </a:xfrm>
          <a:prstGeom prst="straightConnector1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Valeur ajoutée et perspectives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>
            <a:off x="654529" y="1349809"/>
            <a:ext cx="300778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Outil d’aide à la décision:</a:t>
            </a: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200"/>
              <a:t>Accessible en ligne, avec une visualisation permettant de jauger de l’impact des décision prises.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API en ligne:</a:t>
            </a:r>
            <a:r>
              <a:rPr lang="fr-FR" sz="1200"/>
              <a:t> Avec un endpoint de prédiction pour aider les propriétaires à fixer leurs prix de location. 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912911" y="1349809"/>
            <a:ext cx="3767714" cy="32189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lang="fr-FR" sz="1200"/>
              <a:t>Amélioration de l’EDA sur le dashboard: </a:t>
            </a:r>
            <a:r>
              <a:rPr lang="fr-FR" sz="1200"/>
              <a:t>Produire plus de graphiques pertinents pour aider à discerner les leviers d’actions et les bonnes actions à prendre  pour améliorer la qualité du service.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95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463375" y="1061359"/>
            <a:ext cx="576900" cy="5769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60004" y="1144627"/>
            <a:ext cx="375496" cy="3777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12"/>
          <p:cNvGrpSpPr/>
          <p:nvPr/>
        </p:nvGrpSpPr>
        <p:grpSpPr>
          <a:xfrm>
            <a:off x="4647650" y="1061359"/>
            <a:ext cx="1522339" cy="576900"/>
            <a:chOff x="4647650" y="1061359"/>
            <a:chExt cx="1522339" cy="576900"/>
          </a:xfrm>
        </p:grpSpPr>
        <p:sp>
          <p:nvSpPr>
            <p:cNvPr id="193" name="Google Shape;193;p12"/>
            <p:cNvSpPr/>
            <p:nvPr/>
          </p:nvSpPr>
          <p:spPr>
            <a:xfrm>
              <a:off x="4647650" y="1061359"/>
              <a:ext cx="576900" cy="5769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2"/>
            <p:cNvSpPr txBox="1"/>
            <p:nvPr/>
          </p:nvSpPr>
          <p:spPr>
            <a:xfrm>
              <a:off x="4647650" y="1134365"/>
              <a:ext cx="152233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What’s</a:t>
              </a:r>
              <a:endParaRPr b="1" i="0" sz="10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05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next ?</a:t>
              </a:r>
              <a:endParaRPr/>
            </a:p>
          </p:txBody>
        </p:sp>
      </p:grpSp>
      <p:sp>
        <p:nvSpPr>
          <p:cNvPr id="195" name="Google Shape;195;p12"/>
          <p:cNvSpPr/>
          <p:nvPr/>
        </p:nvSpPr>
        <p:spPr>
          <a:xfrm>
            <a:off x="3756838" y="2568491"/>
            <a:ext cx="1120102" cy="59653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Amélioration du modèle</a:t>
            </a:r>
            <a:endParaRPr/>
          </a:p>
        </p:txBody>
      </p:sp>
      <p:sp>
        <p:nvSpPr>
          <p:cNvPr id="196" name="Google Shape;196;p12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b="0"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>
            <p:ph idx="4294967295" type="ctrTitle"/>
          </p:nvPr>
        </p:nvSpPr>
        <p:spPr>
          <a:xfrm>
            <a:off x="1040272" y="1702750"/>
            <a:ext cx="53151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-FR" sz="45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Annexes</a:t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9" name="Google Shape;2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</cp:coreProperties>
</file>